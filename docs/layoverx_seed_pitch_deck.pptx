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1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The Dead Transit Time Trap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The Agony of Global Airport Layovers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380M international transit passengers annually spend 4 to 12 hours stuck in airports.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84% of transit travelers refuse to leave terminals due to fear of missing connecting flights.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4-star and 5-star airport district hotels face 40% daytime vacancy between 10 AM and 5 PM.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Result: ₹15,000 Cr ($1.8B USD) in unmonetized daytime inventory across transit hubs.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2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The Guaranteed Usable-Time Platform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The Solution for Airport Transit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Proprietary transit time engine calculates real usable dwell time after security and customs.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Guaranteed on-time return to departure gate backed by flight-catch protection.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1-Click curated bundles: hourly hotel micro-stay + airport transfer + left luggage guidance.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Zero anxiety transit exploration booked in under 60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3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Market Opportunity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$18.4 Billion Global Transit Corridor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TAM: $18.4B USD global airport transit hospitality, lounges, and day-use market.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SAM: $3.2B USD across key South Asia, Middle East, and APAC transit hubs.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SOM: $48M USD initial 15% penetration across Mumbai (CSMIA) and Delhi (IGI).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High frequency: 4.2 long-haul transit trips per traveler annually.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4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Product Ecosystem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Seamless Ground &amp; Airside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Dynamic Dwell-Time Calculator: Accounting for CISF security and deplaning buffers.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Airside &amp; Landside Micro-Stays: 3h, 6h, and 9h slots at Niranta, ITC Maratha, JW Marriott.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Airport Left-Luggage Concierge: Direct guidance to official 24/7 arrivals baggage desks.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Cryptographic Boarding Voucher: SHA-256 HMAC QR vouchers for instant front-desk check-in.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5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Business Model &amp; Unit Economics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High Margin B2B2C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Average Order Value (AOV): ₹3,800 INR (~$46 USD) per transit booking.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Take-Rate: 20% platform commission on micro-stays, dining, and chauffeur transfers.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Gross Margin: ₹760 INR ($9.20 USD) net margin per reservation.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CAC: ₹320 INR (~$3.80 USD) via programmatic SEO and travel forum acquisition.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LTV / CAC: 4.8x on single trips, scaling to 7.2x for frequent flyers.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6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Early Traction &amp; Validation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Mumbai CSMIA Terminal 2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1,450+ verified layover calculations processed during Mumbai T2 pilot phase.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45 guaranteed day-rooms allocated daily across Sahar and Andheri luxury properties.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100% on-time flight catch record across all pilot journeys.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Zero missed flights with 4.8 / 5.0 guest satisfaction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7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The Moat &amp; Defensibility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Algorithms, Telemetry &amp; Ground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Dynamic Transit Time Engine: Real-time traffic surge and weather modeling.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Multi-Capacity &amp; Atomic Slot Locking: Distributed mutexes prevent booking collisions.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Curbside Logistics Network: Pre-dispatched chauffeurs at CSMIA P4 parking.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B2B Hotel Exclusivity: Direct RevPAR booster contracts for daytime off-peak inventory.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8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Go-To-Market Engine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Zero-to-One Acquisition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Programmatic SEO: Dominating high-intent queries (/layover/bom-mumbai/6-hours).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High-Intent Forums: Authoritative guides on FlyerTalk, Reddit r/travel, and TripAdvisor.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Airport Co-Marketing: Arrivals guidance cards and baggage tag partnerships.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Airline Crew &amp; Agent Affiliates: Long-haul crew network word-of-mouth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9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Competitive Landscape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The OTA Blindspot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OTAs (MakeMyTrip / Booking.com): Rigid 11 AM checkout / 2 PM check-in model.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Airport Lounges: Long wait queues, no private beds, and strict 3-hour caps.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Generic Day-Use Platforms: Lack flight delay radar, airport security, and transfer buffers.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LayoverX Advantage: Built ground-up for transit flyers with guaranteed flight timing.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LAYOVERX  |  SLIDE 10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The Ask &amp; Growth Milestones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Seed Round: $350,000 USD on an i-SAFE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Raising: $350,000 USD ($3.0M Post-Money Valuation Cap).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Milestone 1: Scale Mumbai CSMIA T2 to 50 daily bookings ($70,000 Monthly GMV).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Milestone 2: Expand to Delhi Indira Gandhi International (DEL Terminal 3).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Milestone 3: Automated GDS/PNR flight telemetry integration.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-  Milestone 4: Reach cash-flow break-even within 14 months with 20% EBITDA.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